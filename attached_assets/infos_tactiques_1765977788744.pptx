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2A26D4-BCF2-4BFD-ADEA-4528F8C68BD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2FFA56F-8B59-4A53-A012-BA974551A206}">
      <dgm:prSet phldrT="[Texte]"/>
      <dgm:spPr/>
      <dgm:t>
        <a:bodyPr/>
        <a:lstStyle/>
        <a:p>
          <a:r>
            <a:rPr lang="fr-FR" dirty="0"/>
            <a:t>Situation AMI</a:t>
          </a:r>
        </a:p>
      </dgm:t>
    </dgm:pt>
    <dgm:pt modelId="{A7486B30-A333-473E-B942-7A56A9EBBA6B}" type="parTrans" cxnId="{9EA0BBEF-D2A5-4B06-9D2F-5CED03A58381}">
      <dgm:prSet/>
      <dgm:spPr/>
      <dgm:t>
        <a:bodyPr/>
        <a:lstStyle/>
        <a:p>
          <a:endParaRPr lang="fr-FR"/>
        </a:p>
      </dgm:t>
    </dgm:pt>
    <dgm:pt modelId="{C87506B1-DD76-41B9-A678-0734A6D097B6}" type="sibTrans" cxnId="{9EA0BBEF-D2A5-4B06-9D2F-5CED03A58381}">
      <dgm:prSet/>
      <dgm:spPr/>
      <dgm:t>
        <a:bodyPr/>
        <a:lstStyle/>
        <a:p>
          <a:endParaRPr lang="fr-FR"/>
        </a:p>
      </dgm:t>
    </dgm:pt>
    <dgm:pt modelId="{56583289-19B8-4C99-B90B-648F65C8CD19}">
      <dgm:prSet phldrT="[Texte]"/>
      <dgm:spPr/>
      <dgm:t>
        <a:bodyPr/>
        <a:lstStyle/>
        <a:p>
          <a:r>
            <a:rPr lang="fr-FR" dirty="0"/>
            <a:t>Le convoi et à mi chemin</a:t>
          </a:r>
        </a:p>
      </dgm:t>
    </dgm:pt>
    <dgm:pt modelId="{03897167-106C-49F9-959F-34B335239679}" type="parTrans" cxnId="{E7ECCAE8-6DA2-4E31-80EB-3A5C218DD5E8}">
      <dgm:prSet/>
      <dgm:spPr/>
      <dgm:t>
        <a:bodyPr/>
        <a:lstStyle/>
        <a:p>
          <a:endParaRPr lang="fr-FR"/>
        </a:p>
      </dgm:t>
    </dgm:pt>
    <dgm:pt modelId="{338A72BE-ED79-4481-8623-408F4E7940F2}" type="sibTrans" cxnId="{E7ECCAE8-6DA2-4E31-80EB-3A5C218DD5E8}">
      <dgm:prSet/>
      <dgm:spPr/>
      <dgm:t>
        <a:bodyPr/>
        <a:lstStyle/>
        <a:p>
          <a:endParaRPr lang="fr-FR"/>
        </a:p>
      </dgm:t>
    </dgm:pt>
    <dgm:pt modelId="{4F612CE5-4DC2-4623-833A-1A87A6ED8810}">
      <dgm:prSet phldrT="[Texte]"/>
      <dgm:spPr/>
      <dgm:t>
        <a:bodyPr/>
        <a:lstStyle/>
        <a:p>
          <a:r>
            <a:rPr lang="fr-FR" dirty="0"/>
            <a:t>Situation ENI</a:t>
          </a:r>
        </a:p>
      </dgm:t>
    </dgm:pt>
    <dgm:pt modelId="{AFF40F6E-A55F-48BF-A210-9C70542968A7}" type="parTrans" cxnId="{DEDAF001-3B41-4D61-820C-B34C4BEF1AA7}">
      <dgm:prSet/>
      <dgm:spPr/>
      <dgm:t>
        <a:bodyPr/>
        <a:lstStyle/>
        <a:p>
          <a:endParaRPr lang="fr-FR"/>
        </a:p>
      </dgm:t>
    </dgm:pt>
    <dgm:pt modelId="{1BF5A961-3811-4C06-9B20-19AD3F66B98F}" type="sibTrans" cxnId="{DEDAF001-3B41-4D61-820C-B34C4BEF1AA7}">
      <dgm:prSet/>
      <dgm:spPr/>
      <dgm:t>
        <a:bodyPr/>
        <a:lstStyle/>
        <a:p>
          <a:endParaRPr lang="fr-FR"/>
        </a:p>
      </dgm:t>
    </dgm:pt>
    <dgm:pt modelId="{FFB7A42C-8D7A-4654-BF9D-305D334B11E0}">
      <dgm:prSet phldrT="[Texte]"/>
      <dgm:spPr/>
      <dgm:t>
        <a:bodyPr/>
        <a:lstStyle/>
        <a:p>
          <a:r>
            <a:rPr lang="fr-FR" dirty="0"/>
            <a:t>Régiment d’infanterie stationné sur Montluel</a:t>
          </a:r>
        </a:p>
      </dgm:t>
    </dgm:pt>
    <dgm:pt modelId="{00E331BE-1B6B-478A-BC4C-CFA2157B0CA2}" type="parTrans" cxnId="{978FAEC0-9B26-44DF-9B49-9B5EADFFE896}">
      <dgm:prSet/>
      <dgm:spPr/>
      <dgm:t>
        <a:bodyPr/>
        <a:lstStyle/>
        <a:p>
          <a:endParaRPr lang="fr-FR"/>
        </a:p>
      </dgm:t>
    </dgm:pt>
    <dgm:pt modelId="{C37D54F3-89C3-4EDA-9906-7558F7B627B5}" type="sibTrans" cxnId="{978FAEC0-9B26-44DF-9B49-9B5EADFFE896}">
      <dgm:prSet/>
      <dgm:spPr/>
      <dgm:t>
        <a:bodyPr/>
        <a:lstStyle/>
        <a:p>
          <a:endParaRPr lang="fr-FR"/>
        </a:p>
      </dgm:t>
    </dgm:pt>
    <dgm:pt modelId="{A372BE5C-1CDD-45D9-BB51-345A64EE46F2}">
      <dgm:prSet phldrT="[Texte]"/>
      <dgm:spPr/>
      <dgm:t>
        <a:bodyPr/>
        <a:lstStyle/>
        <a:p>
          <a:r>
            <a:rPr lang="fr-FR" dirty="0"/>
            <a:t>Présence artillerie lourde à hauteur d’une batterie sur hauteurs de Meximieux</a:t>
          </a:r>
        </a:p>
      </dgm:t>
    </dgm:pt>
    <dgm:pt modelId="{E11980E8-3E88-4720-8D35-F91B61D8B0B3}" type="parTrans" cxnId="{AE14C64A-92A8-49CC-800C-32CEDCFDAACC}">
      <dgm:prSet/>
      <dgm:spPr/>
      <dgm:t>
        <a:bodyPr/>
        <a:lstStyle/>
        <a:p>
          <a:endParaRPr lang="fr-FR"/>
        </a:p>
      </dgm:t>
    </dgm:pt>
    <dgm:pt modelId="{C87E2448-C7F1-48E5-867F-431D5C8B2B51}" type="sibTrans" cxnId="{AE14C64A-92A8-49CC-800C-32CEDCFDAACC}">
      <dgm:prSet/>
      <dgm:spPr/>
      <dgm:t>
        <a:bodyPr/>
        <a:lstStyle/>
        <a:p>
          <a:endParaRPr lang="fr-FR"/>
        </a:p>
      </dgm:t>
    </dgm:pt>
    <dgm:pt modelId="{3B9A7A21-8BC0-4B5B-AE9A-90CE9C5897B6}">
      <dgm:prSet phldrT="[Texte]"/>
      <dgm:spPr/>
      <dgm:t>
        <a:bodyPr/>
        <a:lstStyle/>
        <a:p>
          <a:r>
            <a:rPr lang="fr-FR" dirty="0"/>
            <a:t>Analyse de la situation</a:t>
          </a:r>
        </a:p>
      </dgm:t>
    </dgm:pt>
    <dgm:pt modelId="{B0C279DC-EA38-4766-AA90-EDBD8279418F}" type="parTrans" cxnId="{3FEADD9E-FFB2-4378-97D0-D667A3EB3DDD}">
      <dgm:prSet/>
      <dgm:spPr/>
      <dgm:t>
        <a:bodyPr/>
        <a:lstStyle/>
        <a:p>
          <a:endParaRPr lang="fr-FR"/>
        </a:p>
      </dgm:t>
    </dgm:pt>
    <dgm:pt modelId="{C9757867-B53C-4807-81BA-B33A39284FA8}" type="sibTrans" cxnId="{3FEADD9E-FFB2-4378-97D0-D667A3EB3DDD}">
      <dgm:prSet/>
      <dgm:spPr/>
      <dgm:t>
        <a:bodyPr/>
        <a:lstStyle/>
        <a:p>
          <a:endParaRPr lang="fr-FR"/>
        </a:p>
      </dgm:t>
    </dgm:pt>
    <dgm:pt modelId="{D422DC92-9F5F-42AF-B0D0-B76676A6D2B1}">
      <dgm:prSet phldrT="[Texte]"/>
      <dgm:spPr/>
      <dgm:t>
        <a:bodyPr/>
        <a:lstStyle/>
        <a:p>
          <a:r>
            <a:rPr lang="fr-FR" dirty="0"/>
            <a:t>Compte tenu du renforcement du régiment d’infanterie avec un groupement blindé il est préconisé d’emprunter l’itinéraire nord</a:t>
          </a:r>
        </a:p>
      </dgm:t>
    </dgm:pt>
    <dgm:pt modelId="{A627E101-596D-4868-865D-091A9A5A7EB3}" type="parTrans" cxnId="{5321A4D0-1F1A-4992-B540-3CCE05241D50}">
      <dgm:prSet/>
      <dgm:spPr/>
      <dgm:t>
        <a:bodyPr/>
        <a:lstStyle/>
        <a:p>
          <a:endParaRPr lang="fr-FR"/>
        </a:p>
      </dgm:t>
    </dgm:pt>
    <dgm:pt modelId="{C4AD42DF-A77F-4EC3-8783-A756BCA2605B}" type="sibTrans" cxnId="{5321A4D0-1F1A-4992-B540-3CCE05241D50}">
      <dgm:prSet/>
      <dgm:spPr/>
      <dgm:t>
        <a:bodyPr/>
        <a:lstStyle/>
        <a:p>
          <a:endParaRPr lang="fr-FR"/>
        </a:p>
      </dgm:t>
    </dgm:pt>
    <dgm:pt modelId="{65B913B6-0B95-4A0B-A437-28DD0BF39372}">
      <dgm:prSet phldrT="[Texte]"/>
      <dgm:spPr/>
      <dgm:t>
        <a:bodyPr/>
        <a:lstStyle/>
        <a:p>
          <a:r>
            <a:rPr lang="fr-FR" dirty="0"/>
            <a:t>Le RD 244 est interdite à la manœuvre : présence d’abatis pour freiner contre-attaque éventuelle</a:t>
          </a:r>
        </a:p>
      </dgm:t>
    </dgm:pt>
    <dgm:pt modelId="{99C2868B-2D58-4A7F-AF47-A45F20770BD2}" type="parTrans" cxnId="{A4E72518-4AFB-46A0-93BE-7FAD2891C717}">
      <dgm:prSet/>
      <dgm:spPr/>
      <dgm:t>
        <a:bodyPr/>
        <a:lstStyle/>
        <a:p>
          <a:endParaRPr lang="fr-FR"/>
        </a:p>
      </dgm:t>
    </dgm:pt>
    <dgm:pt modelId="{86F029D5-8A86-4816-B135-C4BEEE241267}" type="sibTrans" cxnId="{A4E72518-4AFB-46A0-93BE-7FAD2891C717}">
      <dgm:prSet/>
      <dgm:spPr/>
      <dgm:t>
        <a:bodyPr/>
        <a:lstStyle/>
        <a:p>
          <a:endParaRPr lang="fr-FR"/>
        </a:p>
      </dgm:t>
    </dgm:pt>
    <dgm:pt modelId="{D1B288C9-F4A4-45FF-BFBC-4414EE6A68FC}">
      <dgm:prSet phldrT="[Texte]"/>
      <dgm:spPr/>
      <dgm:t>
        <a:bodyPr/>
        <a:lstStyle/>
        <a:p>
          <a:r>
            <a:rPr lang="fr-FR" dirty="0"/>
            <a:t>Suspicion groupement blindé (5 à 6 chars) au sud de La Valbonne</a:t>
          </a:r>
        </a:p>
      </dgm:t>
    </dgm:pt>
    <dgm:pt modelId="{FA0E45EA-97C1-49B9-86DF-D31EA278F1DD}" type="parTrans" cxnId="{6519BA02-4189-4834-8F09-5AA79B38E877}">
      <dgm:prSet/>
      <dgm:spPr/>
      <dgm:t>
        <a:bodyPr/>
        <a:lstStyle/>
        <a:p>
          <a:endParaRPr lang="fr-FR"/>
        </a:p>
      </dgm:t>
    </dgm:pt>
    <dgm:pt modelId="{489C95F4-6059-4637-A22E-789834BFF739}" type="sibTrans" cxnId="{6519BA02-4189-4834-8F09-5AA79B38E877}">
      <dgm:prSet/>
      <dgm:spPr/>
      <dgm:t>
        <a:bodyPr/>
        <a:lstStyle/>
        <a:p>
          <a:endParaRPr lang="fr-FR"/>
        </a:p>
      </dgm:t>
    </dgm:pt>
    <dgm:pt modelId="{3F18E70B-47F0-4AE9-813D-1A65CF5EB06A}">
      <dgm:prSet phldrT="[Texte]"/>
      <dgm:spPr/>
      <dgm:t>
        <a:bodyPr/>
        <a:lstStyle/>
        <a:p>
          <a:r>
            <a:rPr lang="fr-FR" dirty="0"/>
            <a:t>Pertes importantes à prévoir si batterie Meximieux en mesure d’agir</a:t>
          </a:r>
        </a:p>
      </dgm:t>
    </dgm:pt>
    <dgm:pt modelId="{C5D5B60D-CA82-4A67-81B5-D21257B0A24A}" type="parTrans" cxnId="{F7774FE3-4156-4634-942F-EC8A0111B254}">
      <dgm:prSet/>
      <dgm:spPr/>
      <dgm:t>
        <a:bodyPr/>
        <a:lstStyle/>
        <a:p>
          <a:endParaRPr lang="fr-FR"/>
        </a:p>
      </dgm:t>
    </dgm:pt>
    <dgm:pt modelId="{6DBB4589-8D14-4BF9-9516-78B654BCF9C6}" type="sibTrans" cxnId="{F7774FE3-4156-4634-942F-EC8A0111B254}">
      <dgm:prSet/>
      <dgm:spPr/>
      <dgm:t>
        <a:bodyPr/>
        <a:lstStyle/>
        <a:p>
          <a:endParaRPr lang="fr-FR"/>
        </a:p>
      </dgm:t>
    </dgm:pt>
    <dgm:pt modelId="{FA12FCCF-2D61-42F8-BC9A-280F12886D65}" type="pres">
      <dgm:prSet presAssocID="{782A26D4-BCF2-4BFD-ADEA-4528F8C68BD2}" presName="Name0" presStyleCnt="0">
        <dgm:presLayoutVars>
          <dgm:dir/>
          <dgm:animLvl val="lvl"/>
          <dgm:resizeHandles val="exact"/>
        </dgm:presLayoutVars>
      </dgm:prSet>
      <dgm:spPr/>
    </dgm:pt>
    <dgm:pt modelId="{78E2F288-5A31-4AEA-B4E9-954400F45F69}" type="pres">
      <dgm:prSet presAssocID="{72FFA56F-8B59-4A53-A012-BA974551A206}" presName="composite" presStyleCnt="0"/>
      <dgm:spPr/>
    </dgm:pt>
    <dgm:pt modelId="{C6C4B338-D4A9-4788-9490-CF5FA331B9DB}" type="pres">
      <dgm:prSet presAssocID="{72FFA56F-8B59-4A53-A012-BA974551A20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2B546A7-7C64-49AE-9D54-EE872B365D5C}" type="pres">
      <dgm:prSet presAssocID="{72FFA56F-8B59-4A53-A012-BA974551A206}" presName="desTx" presStyleLbl="alignAccFollowNode1" presStyleIdx="0" presStyleCnt="3">
        <dgm:presLayoutVars>
          <dgm:bulletEnabled val="1"/>
        </dgm:presLayoutVars>
      </dgm:prSet>
      <dgm:spPr/>
    </dgm:pt>
    <dgm:pt modelId="{3000E285-C2A3-4B8B-9F8D-900E39A47AC4}" type="pres">
      <dgm:prSet presAssocID="{C87506B1-DD76-41B9-A678-0734A6D097B6}" presName="space" presStyleCnt="0"/>
      <dgm:spPr/>
    </dgm:pt>
    <dgm:pt modelId="{44107309-997F-4750-A69E-AA9EBACEC385}" type="pres">
      <dgm:prSet presAssocID="{4F612CE5-4DC2-4623-833A-1A87A6ED8810}" presName="composite" presStyleCnt="0"/>
      <dgm:spPr/>
    </dgm:pt>
    <dgm:pt modelId="{9D4129CA-9994-42DD-8DC3-8CEB6E7A3656}" type="pres">
      <dgm:prSet presAssocID="{4F612CE5-4DC2-4623-833A-1A87A6ED881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03AE681-1FF9-4B89-A257-302AC93C751C}" type="pres">
      <dgm:prSet presAssocID="{4F612CE5-4DC2-4623-833A-1A87A6ED8810}" presName="desTx" presStyleLbl="alignAccFollowNode1" presStyleIdx="1" presStyleCnt="3">
        <dgm:presLayoutVars>
          <dgm:bulletEnabled val="1"/>
        </dgm:presLayoutVars>
      </dgm:prSet>
      <dgm:spPr/>
    </dgm:pt>
    <dgm:pt modelId="{269C1BEE-856B-47CE-8E91-E31536971948}" type="pres">
      <dgm:prSet presAssocID="{1BF5A961-3811-4C06-9B20-19AD3F66B98F}" presName="space" presStyleCnt="0"/>
      <dgm:spPr/>
    </dgm:pt>
    <dgm:pt modelId="{14B30734-FAE6-451B-9149-6623A46CAAFC}" type="pres">
      <dgm:prSet presAssocID="{3B9A7A21-8BC0-4B5B-AE9A-90CE9C5897B6}" presName="composite" presStyleCnt="0"/>
      <dgm:spPr/>
    </dgm:pt>
    <dgm:pt modelId="{62449DE9-2CDD-4AF0-87C7-CA28EF146697}" type="pres">
      <dgm:prSet presAssocID="{3B9A7A21-8BC0-4B5B-AE9A-90CE9C5897B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65E91E0-DB19-4014-83C9-76AD9A580550}" type="pres">
      <dgm:prSet presAssocID="{3B9A7A21-8BC0-4B5B-AE9A-90CE9C5897B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6606C00-1A5E-44F3-B0F3-97629C0507E9}" type="presOf" srcId="{72FFA56F-8B59-4A53-A012-BA974551A206}" destId="{C6C4B338-D4A9-4788-9490-CF5FA331B9DB}" srcOrd="0" destOrd="0" presId="urn:microsoft.com/office/officeart/2005/8/layout/hList1"/>
    <dgm:cxn modelId="{DEDAF001-3B41-4D61-820C-B34C4BEF1AA7}" srcId="{782A26D4-BCF2-4BFD-ADEA-4528F8C68BD2}" destId="{4F612CE5-4DC2-4623-833A-1A87A6ED8810}" srcOrd="1" destOrd="0" parTransId="{AFF40F6E-A55F-48BF-A210-9C70542968A7}" sibTransId="{1BF5A961-3811-4C06-9B20-19AD3F66B98F}"/>
    <dgm:cxn modelId="{6519BA02-4189-4834-8F09-5AA79B38E877}" srcId="{4F612CE5-4DC2-4623-833A-1A87A6ED8810}" destId="{D1B288C9-F4A4-45FF-BFBC-4414EE6A68FC}" srcOrd="1" destOrd="0" parTransId="{FA0E45EA-97C1-49B9-86DF-D31EA278F1DD}" sibTransId="{489C95F4-6059-4637-A22E-789834BFF739}"/>
    <dgm:cxn modelId="{686ACD0A-9241-4EF7-A74B-FEC0B604136A}" type="presOf" srcId="{3F18E70B-47F0-4AE9-813D-1A65CF5EB06A}" destId="{465E91E0-DB19-4014-83C9-76AD9A580550}" srcOrd="0" destOrd="1" presId="urn:microsoft.com/office/officeart/2005/8/layout/hList1"/>
    <dgm:cxn modelId="{A4E72518-4AFB-46A0-93BE-7FAD2891C717}" srcId="{72FFA56F-8B59-4A53-A012-BA974551A206}" destId="{65B913B6-0B95-4A0B-A437-28DD0BF39372}" srcOrd="1" destOrd="0" parTransId="{99C2868B-2D58-4A7F-AF47-A45F20770BD2}" sibTransId="{86F029D5-8A86-4816-B135-C4BEEE241267}"/>
    <dgm:cxn modelId="{3905005B-7260-4293-8BD8-0F726811437B}" type="presOf" srcId="{782A26D4-BCF2-4BFD-ADEA-4528F8C68BD2}" destId="{FA12FCCF-2D61-42F8-BC9A-280F12886D65}" srcOrd="0" destOrd="0" presId="urn:microsoft.com/office/officeart/2005/8/layout/hList1"/>
    <dgm:cxn modelId="{EF2F8B49-178E-45CF-BCF8-4DF2A1430FC6}" type="presOf" srcId="{56583289-19B8-4C99-B90B-648F65C8CD19}" destId="{C2B546A7-7C64-49AE-9D54-EE872B365D5C}" srcOrd="0" destOrd="0" presId="urn:microsoft.com/office/officeart/2005/8/layout/hList1"/>
    <dgm:cxn modelId="{844A564A-4CBB-4D81-A03F-D8B962D09A26}" type="presOf" srcId="{A372BE5C-1CDD-45D9-BB51-345A64EE46F2}" destId="{603AE681-1FF9-4B89-A257-302AC93C751C}" srcOrd="0" destOrd="2" presId="urn:microsoft.com/office/officeart/2005/8/layout/hList1"/>
    <dgm:cxn modelId="{AE14C64A-92A8-49CC-800C-32CEDCFDAACC}" srcId="{4F612CE5-4DC2-4623-833A-1A87A6ED8810}" destId="{A372BE5C-1CDD-45D9-BB51-345A64EE46F2}" srcOrd="2" destOrd="0" parTransId="{E11980E8-3E88-4720-8D35-F91B61D8B0B3}" sibTransId="{C87E2448-C7F1-48E5-867F-431D5C8B2B51}"/>
    <dgm:cxn modelId="{33966674-374B-43D9-AC92-B693C535CF7B}" type="presOf" srcId="{D1B288C9-F4A4-45FF-BFBC-4414EE6A68FC}" destId="{603AE681-1FF9-4B89-A257-302AC93C751C}" srcOrd="0" destOrd="1" presId="urn:microsoft.com/office/officeart/2005/8/layout/hList1"/>
    <dgm:cxn modelId="{55B9D355-2544-4261-9683-4F7F261857A8}" type="presOf" srcId="{3B9A7A21-8BC0-4B5B-AE9A-90CE9C5897B6}" destId="{62449DE9-2CDD-4AF0-87C7-CA28EF146697}" srcOrd="0" destOrd="0" presId="urn:microsoft.com/office/officeart/2005/8/layout/hList1"/>
    <dgm:cxn modelId="{4DB4A956-934C-4621-B69C-9FA390E2596B}" type="presOf" srcId="{D422DC92-9F5F-42AF-B0D0-B76676A6D2B1}" destId="{465E91E0-DB19-4014-83C9-76AD9A580550}" srcOrd="0" destOrd="0" presId="urn:microsoft.com/office/officeart/2005/8/layout/hList1"/>
    <dgm:cxn modelId="{F356839E-C81F-4A98-819C-58487FFDE655}" type="presOf" srcId="{4F612CE5-4DC2-4623-833A-1A87A6ED8810}" destId="{9D4129CA-9994-42DD-8DC3-8CEB6E7A3656}" srcOrd="0" destOrd="0" presId="urn:microsoft.com/office/officeart/2005/8/layout/hList1"/>
    <dgm:cxn modelId="{3FEADD9E-FFB2-4378-97D0-D667A3EB3DDD}" srcId="{782A26D4-BCF2-4BFD-ADEA-4528F8C68BD2}" destId="{3B9A7A21-8BC0-4B5B-AE9A-90CE9C5897B6}" srcOrd="2" destOrd="0" parTransId="{B0C279DC-EA38-4766-AA90-EDBD8279418F}" sibTransId="{C9757867-B53C-4807-81BA-B33A39284FA8}"/>
    <dgm:cxn modelId="{D011A7A5-F25C-494C-BD5F-FAAEC607E227}" type="presOf" srcId="{65B913B6-0B95-4A0B-A437-28DD0BF39372}" destId="{C2B546A7-7C64-49AE-9D54-EE872B365D5C}" srcOrd="0" destOrd="1" presId="urn:microsoft.com/office/officeart/2005/8/layout/hList1"/>
    <dgm:cxn modelId="{978FAEC0-9B26-44DF-9B49-9B5EADFFE896}" srcId="{4F612CE5-4DC2-4623-833A-1A87A6ED8810}" destId="{FFB7A42C-8D7A-4654-BF9D-305D334B11E0}" srcOrd="0" destOrd="0" parTransId="{00E331BE-1B6B-478A-BC4C-CFA2157B0CA2}" sibTransId="{C37D54F3-89C3-4EDA-9906-7558F7B627B5}"/>
    <dgm:cxn modelId="{29CEBBCF-C442-4C16-A257-E1366CCF32B8}" type="presOf" srcId="{FFB7A42C-8D7A-4654-BF9D-305D334B11E0}" destId="{603AE681-1FF9-4B89-A257-302AC93C751C}" srcOrd="0" destOrd="0" presId="urn:microsoft.com/office/officeart/2005/8/layout/hList1"/>
    <dgm:cxn modelId="{5321A4D0-1F1A-4992-B540-3CCE05241D50}" srcId="{3B9A7A21-8BC0-4B5B-AE9A-90CE9C5897B6}" destId="{D422DC92-9F5F-42AF-B0D0-B76676A6D2B1}" srcOrd="0" destOrd="0" parTransId="{A627E101-596D-4868-865D-091A9A5A7EB3}" sibTransId="{C4AD42DF-A77F-4EC3-8783-A756BCA2605B}"/>
    <dgm:cxn modelId="{F7774FE3-4156-4634-942F-EC8A0111B254}" srcId="{3B9A7A21-8BC0-4B5B-AE9A-90CE9C5897B6}" destId="{3F18E70B-47F0-4AE9-813D-1A65CF5EB06A}" srcOrd="1" destOrd="0" parTransId="{C5D5B60D-CA82-4A67-81B5-D21257B0A24A}" sibTransId="{6DBB4589-8D14-4BF9-9516-78B654BCF9C6}"/>
    <dgm:cxn modelId="{E7ECCAE8-6DA2-4E31-80EB-3A5C218DD5E8}" srcId="{72FFA56F-8B59-4A53-A012-BA974551A206}" destId="{56583289-19B8-4C99-B90B-648F65C8CD19}" srcOrd="0" destOrd="0" parTransId="{03897167-106C-49F9-959F-34B335239679}" sibTransId="{338A72BE-ED79-4481-8623-408F4E7940F2}"/>
    <dgm:cxn modelId="{9EA0BBEF-D2A5-4B06-9D2F-5CED03A58381}" srcId="{782A26D4-BCF2-4BFD-ADEA-4528F8C68BD2}" destId="{72FFA56F-8B59-4A53-A012-BA974551A206}" srcOrd="0" destOrd="0" parTransId="{A7486B30-A333-473E-B942-7A56A9EBBA6B}" sibTransId="{C87506B1-DD76-41B9-A678-0734A6D097B6}"/>
    <dgm:cxn modelId="{89F21D4A-9393-47F2-A2E2-2C0D3431AA92}" type="presParOf" srcId="{FA12FCCF-2D61-42F8-BC9A-280F12886D65}" destId="{78E2F288-5A31-4AEA-B4E9-954400F45F69}" srcOrd="0" destOrd="0" presId="urn:microsoft.com/office/officeart/2005/8/layout/hList1"/>
    <dgm:cxn modelId="{46B99C1F-417D-4073-A7D3-A67B8C752C85}" type="presParOf" srcId="{78E2F288-5A31-4AEA-B4E9-954400F45F69}" destId="{C6C4B338-D4A9-4788-9490-CF5FA331B9DB}" srcOrd="0" destOrd="0" presId="urn:microsoft.com/office/officeart/2005/8/layout/hList1"/>
    <dgm:cxn modelId="{8C547B63-7122-4013-A453-908EF6DD0F90}" type="presParOf" srcId="{78E2F288-5A31-4AEA-B4E9-954400F45F69}" destId="{C2B546A7-7C64-49AE-9D54-EE872B365D5C}" srcOrd="1" destOrd="0" presId="urn:microsoft.com/office/officeart/2005/8/layout/hList1"/>
    <dgm:cxn modelId="{423CDDCB-4A74-415E-83BF-BFBEEC1021C2}" type="presParOf" srcId="{FA12FCCF-2D61-42F8-BC9A-280F12886D65}" destId="{3000E285-C2A3-4B8B-9F8D-900E39A47AC4}" srcOrd="1" destOrd="0" presId="urn:microsoft.com/office/officeart/2005/8/layout/hList1"/>
    <dgm:cxn modelId="{702BE025-5560-4100-B549-627B33863B27}" type="presParOf" srcId="{FA12FCCF-2D61-42F8-BC9A-280F12886D65}" destId="{44107309-997F-4750-A69E-AA9EBACEC385}" srcOrd="2" destOrd="0" presId="urn:microsoft.com/office/officeart/2005/8/layout/hList1"/>
    <dgm:cxn modelId="{CA935BAF-8C1F-4BBB-A9AC-C725A5901C09}" type="presParOf" srcId="{44107309-997F-4750-A69E-AA9EBACEC385}" destId="{9D4129CA-9994-42DD-8DC3-8CEB6E7A3656}" srcOrd="0" destOrd="0" presId="urn:microsoft.com/office/officeart/2005/8/layout/hList1"/>
    <dgm:cxn modelId="{86702CBC-B730-404D-BDF7-7B8F3BE90AF3}" type="presParOf" srcId="{44107309-997F-4750-A69E-AA9EBACEC385}" destId="{603AE681-1FF9-4B89-A257-302AC93C751C}" srcOrd="1" destOrd="0" presId="urn:microsoft.com/office/officeart/2005/8/layout/hList1"/>
    <dgm:cxn modelId="{048D428A-43AD-45EF-8FD0-878761D38F49}" type="presParOf" srcId="{FA12FCCF-2D61-42F8-BC9A-280F12886D65}" destId="{269C1BEE-856B-47CE-8E91-E31536971948}" srcOrd="3" destOrd="0" presId="urn:microsoft.com/office/officeart/2005/8/layout/hList1"/>
    <dgm:cxn modelId="{2309D1DA-6880-4E59-AA01-8E526F277A58}" type="presParOf" srcId="{FA12FCCF-2D61-42F8-BC9A-280F12886D65}" destId="{14B30734-FAE6-451B-9149-6623A46CAAFC}" srcOrd="4" destOrd="0" presId="urn:microsoft.com/office/officeart/2005/8/layout/hList1"/>
    <dgm:cxn modelId="{07690456-1FFE-4DF0-A50B-1D70A69DEAA4}" type="presParOf" srcId="{14B30734-FAE6-451B-9149-6623A46CAAFC}" destId="{62449DE9-2CDD-4AF0-87C7-CA28EF146697}" srcOrd="0" destOrd="0" presId="urn:microsoft.com/office/officeart/2005/8/layout/hList1"/>
    <dgm:cxn modelId="{A31BA112-E35D-4258-922C-D515EA05DCBC}" type="presParOf" srcId="{14B30734-FAE6-451B-9149-6623A46CAAFC}" destId="{465E91E0-DB19-4014-83C9-76AD9A58055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4B338-D4A9-4788-9490-CF5FA331B9DB}">
      <dsp:nvSpPr>
        <dsp:cNvPr id="0" name=""/>
        <dsp:cNvSpPr/>
      </dsp:nvSpPr>
      <dsp:spPr>
        <a:xfrm>
          <a:off x="1956" y="327242"/>
          <a:ext cx="1907451" cy="40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Situation AMI</a:t>
          </a:r>
        </a:p>
      </dsp:txBody>
      <dsp:txXfrm>
        <a:off x="1956" y="327242"/>
        <a:ext cx="1907451" cy="403200"/>
      </dsp:txXfrm>
    </dsp:sp>
    <dsp:sp modelId="{C2B546A7-7C64-49AE-9D54-EE872B365D5C}">
      <dsp:nvSpPr>
        <dsp:cNvPr id="0" name=""/>
        <dsp:cNvSpPr/>
      </dsp:nvSpPr>
      <dsp:spPr>
        <a:xfrm>
          <a:off x="1956" y="730442"/>
          <a:ext cx="1907451" cy="2427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Le convoi et à mi chemin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Le RD 244 est interdite à la manœuvre : présence d’abatis pour freiner contre-attaque éventuelle</a:t>
          </a:r>
        </a:p>
      </dsp:txBody>
      <dsp:txXfrm>
        <a:off x="1956" y="730442"/>
        <a:ext cx="1907451" cy="2427094"/>
      </dsp:txXfrm>
    </dsp:sp>
    <dsp:sp modelId="{9D4129CA-9994-42DD-8DC3-8CEB6E7A3656}">
      <dsp:nvSpPr>
        <dsp:cNvPr id="0" name=""/>
        <dsp:cNvSpPr/>
      </dsp:nvSpPr>
      <dsp:spPr>
        <a:xfrm>
          <a:off x="2176450" y="327242"/>
          <a:ext cx="1907451" cy="40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Situation ENI</a:t>
          </a:r>
        </a:p>
      </dsp:txBody>
      <dsp:txXfrm>
        <a:off x="2176450" y="327242"/>
        <a:ext cx="1907451" cy="403200"/>
      </dsp:txXfrm>
    </dsp:sp>
    <dsp:sp modelId="{603AE681-1FF9-4B89-A257-302AC93C751C}">
      <dsp:nvSpPr>
        <dsp:cNvPr id="0" name=""/>
        <dsp:cNvSpPr/>
      </dsp:nvSpPr>
      <dsp:spPr>
        <a:xfrm>
          <a:off x="2176450" y="730442"/>
          <a:ext cx="1907451" cy="2427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Régiment d’infanterie stationné sur Montluel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Suspicion groupement blindé (5 à 6 chars) au sud de La Valbonne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Présence artillerie lourde à hauteur d’une batterie sur hauteurs de Meximieux</a:t>
          </a:r>
        </a:p>
      </dsp:txBody>
      <dsp:txXfrm>
        <a:off x="2176450" y="730442"/>
        <a:ext cx="1907451" cy="2427094"/>
      </dsp:txXfrm>
    </dsp:sp>
    <dsp:sp modelId="{62449DE9-2CDD-4AF0-87C7-CA28EF146697}">
      <dsp:nvSpPr>
        <dsp:cNvPr id="0" name=""/>
        <dsp:cNvSpPr/>
      </dsp:nvSpPr>
      <dsp:spPr>
        <a:xfrm>
          <a:off x="4350945" y="327242"/>
          <a:ext cx="1907451" cy="40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Analyse de la situation</a:t>
          </a:r>
        </a:p>
      </dsp:txBody>
      <dsp:txXfrm>
        <a:off x="4350945" y="327242"/>
        <a:ext cx="1907451" cy="403200"/>
      </dsp:txXfrm>
    </dsp:sp>
    <dsp:sp modelId="{465E91E0-DB19-4014-83C9-76AD9A580550}">
      <dsp:nvSpPr>
        <dsp:cNvPr id="0" name=""/>
        <dsp:cNvSpPr/>
      </dsp:nvSpPr>
      <dsp:spPr>
        <a:xfrm>
          <a:off x="4350945" y="730442"/>
          <a:ext cx="1907451" cy="24270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Compte tenu du renforcement du régiment d’infanterie avec un groupement blindé il est préconisé d’emprunter l’itinéraire nord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Pertes importantes à prévoir si batterie Meximieux en mesure d’agir</a:t>
          </a:r>
        </a:p>
      </dsp:txBody>
      <dsp:txXfrm>
        <a:off x="4350945" y="730442"/>
        <a:ext cx="1907451" cy="2427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rde géné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0" y="4522573"/>
            <a:ext cx="12192000" cy="648677"/>
          </a:xfrm>
          <a:prstGeom prst="rect">
            <a:avLst/>
          </a:prstGeom>
        </p:spPr>
        <p:txBody>
          <a:bodyPr/>
          <a:lstStyle>
            <a:lvl1pPr algn="ctr">
              <a:defRPr sz="4000" baseline="0">
                <a:solidFill>
                  <a:srgbClr val="0C70B7"/>
                </a:solidFill>
              </a:defRPr>
            </a:lvl1pPr>
          </a:lstStyle>
          <a:p>
            <a:r>
              <a:rPr lang="fr-FR" dirty="0"/>
              <a:t>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67479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m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784390" y="145561"/>
            <a:ext cx="9407610" cy="648677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solidFill>
                  <a:srgbClr val="0C70B7"/>
                </a:solidFill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 hasCustomPrompt="1"/>
          </p:nvPr>
        </p:nvSpPr>
        <p:spPr>
          <a:xfrm>
            <a:off x="354227" y="1013254"/>
            <a:ext cx="11475308" cy="53463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Modifier le texte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1"/>
          </p:nvPr>
        </p:nvSpPr>
        <p:spPr>
          <a:xfrm>
            <a:off x="72081" y="643049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fld id="{78E1D922-691D-472C-9BA5-FD9CFCCD15E6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2"/>
          </p:nvPr>
        </p:nvSpPr>
        <p:spPr>
          <a:xfrm>
            <a:off x="4038600" y="643049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3"/>
          </p:nvPr>
        </p:nvSpPr>
        <p:spPr>
          <a:xfrm>
            <a:off x="9376719" y="6451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C70B7"/>
                </a:solidFill>
              </a:defRPr>
            </a:lvl1pPr>
          </a:lstStyle>
          <a:p>
            <a:fld id="{68366C61-753D-48BA-B398-D0E2F5193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92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57615" y="101514"/>
            <a:ext cx="9362304" cy="6563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2081" y="643049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fld id="{78E1D922-691D-472C-9BA5-FD9CFCCD15E6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43049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376719" y="6451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C70B7"/>
                </a:solidFill>
              </a:defRPr>
            </a:lvl1pPr>
          </a:lstStyle>
          <a:p>
            <a:fld id="{68366C61-753D-48BA-B398-D0E2F519333E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/>
          </p:nvPr>
        </p:nvSpPr>
        <p:spPr>
          <a:xfrm>
            <a:off x="338138" y="989013"/>
            <a:ext cx="5610225" cy="533717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du contenu 6"/>
          <p:cNvSpPr>
            <a:spLocks noGrp="1"/>
          </p:cNvSpPr>
          <p:nvPr>
            <p:ph sz="quarter" idx="14"/>
          </p:nvPr>
        </p:nvSpPr>
        <p:spPr>
          <a:xfrm>
            <a:off x="6232311" y="989013"/>
            <a:ext cx="5610225" cy="533717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185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39346" y="1279525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0C70B7"/>
                </a:solidFill>
              </a:defRPr>
            </a:lvl1pPr>
          </a:lstStyle>
          <a:p>
            <a:r>
              <a:rPr lang="fr-FR" dirty="0"/>
              <a:t>Modifiez le titre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429000"/>
            <a:ext cx="12192000" cy="714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rgbClr val="0C70B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Modifier le sous-titre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1"/>
          </p:nvPr>
        </p:nvSpPr>
        <p:spPr>
          <a:xfrm>
            <a:off x="72081" y="643049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fld id="{78E1D922-691D-472C-9BA5-FD9CFCCD15E6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2"/>
          </p:nvPr>
        </p:nvSpPr>
        <p:spPr>
          <a:xfrm>
            <a:off x="4038600" y="643049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C70B7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3"/>
          </p:nvPr>
        </p:nvSpPr>
        <p:spPr>
          <a:xfrm>
            <a:off x="9376719" y="6451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0C70B7"/>
                </a:solidFill>
              </a:defRPr>
            </a:lvl1pPr>
          </a:lstStyle>
          <a:p>
            <a:fld id="{68366C61-753D-48BA-B398-D0E2F5193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10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apositive de f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89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62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39D56-E24E-49BB-932D-6839E747B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1DE395-0A7C-4441-8356-A9B03475E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805D25-25E8-44E8-9C52-0E6B876F8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D922-691D-472C-9BA5-FD9CFCCD15E6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F687BB-4202-4AD0-B8E1-B3F51CCA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D5855B-B8CC-48D2-A2F5-7925D4FD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66C61-753D-48BA-B398-D0E2F5193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71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57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65EBDF2E-9E17-4886-A428-E6B17C0DE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941" y="1427381"/>
            <a:ext cx="921200" cy="64867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E413E67-181B-4C13-AD60-EFE80648F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332" y="2673187"/>
            <a:ext cx="696850" cy="64981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421BF4A-6B15-4C45-9576-897FD63C9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424" y="3576941"/>
            <a:ext cx="1024698" cy="56238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ADB97B0-0333-4214-BD99-3A49E2CD55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66" y="5699454"/>
            <a:ext cx="642333" cy="609414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02D3E000-04D4-497C-A310-7186E49D5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378" y="3117878"/>
            <a:ext cx="1024698" cy="562383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B300627-9AC6-4E55-8F1B-15041E5C4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810" y="2376864"/>
            <a:ext cx="1024698" cy="56238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83B359EE-CA00-4F0E-8A86-BEE544C73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009" y="1904398"/>
            <a:ext cx="1024698" cy="56238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7224F2B-AD86-4A0B-A45C-86621996F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318" y="3975581"/>
            <a:ext cx="921200" cy="64867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ED8C117-2469-4290-A2BF-6691514E5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409" y="4395100"/>
            <a:ext cx="921200" cy="64867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B44877C-C9A1-4CC2-B19C-0EF8B8780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508" y="5228128"/>
            <a:ext cx="696850" cy="64981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136EC1D-67C9-422E-8F45-C143642CB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119" y="6130019"/>
            <a:ext cx="1024698" cy="562383"/>
          </a:xfrm>
          <a:prstGeom prst="rect">
            <a:avLst/>
          </a:prstGeom>
        </p:spPr>
      </p:pic>
      <p:sp>
        <p:nvSpPr>
          <p:cNvPr id="2" name="Vague 1">
            <a:extLst>
              <a:ext uri="{FF2B5EF4-FFF2-40B4-BE49-F238E27FC236}">
                <a16:creationId xmlns:a16="http://schemas.microsoft.com/office/drawing/2014/main" id="{AFC3A73C-845F-4AC7-9DF5-EE5682F6275D}"/>
              </a:ext>
            </a:extLst>
          </p:cNvPr>
          <p:cNvSpPr/>
          <p:nvPr/>
        </p:nvSpPr>
        <p:spPr>
          <a:xfrm>
            <a:off x="6635862" y="2110804"/>
            <a:ext cx="1024698" cy="562383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CDS</a:t>
            </a:r>
          </a:p>
        </p:txBody>
      </p:sp>
      <p:sp>
        <p:nvSpPr>
          <p:cNvPr id="15" name="Vague 14">
            <a:extLst>
              <a:ext uri="{FF2B5EF4-FFF2-40B4-BE49-F238E27FC236}">
                <a16:creationId xmlns:a16="http://schemas.microsoft.com/office/drawing/2014/main" id="{6D721EF7-6532-4228-AEDE-DB0761435A68}"/>
              </a:ext>
            </a:extLst>
          </p:cNvPr>
          <p:cNvSpPr/>
          <p:nvPr/>
        </p:nvSpPr>
        <p:spPr>
          <a:xfrm>
            <a:off x="9915443" y="757421"/>
            <a:ext cx="1024698" cy="562383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PROTEC</a:t>
            </a:r>
          </a:p>
        </p:txBody>
      </p:sp>
      <p:sp>
        <p:nvSpPr>
          <p:cNvPr id="16" name="Vague 15">
            <a:extLst>
              <a:ext uri="{FF2B5EF4-FFF2-40B4-BE49-F238E27FC236}">
                <a16:creationId xmlns:a16="http://schemas.microsoft.com/office/drawing/2014/main" id="{3F96F9F6-3C88-4A97-B2CC-A45945B9203E}"/>
              </a:ext>
            </a:extLst>
          </p:cNvPr>
          <p:cNvSpPr/>
          <p:nvPr/>
        </p:nvSpPr>
        <p:spPr>
          <a:xfrm>
            <a:off x="5605542" y="2559997"/>
            <a:ext cx="1024698" cy="562383"/>
          </a:xfrm>
          <a:prstGeom prst="wav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LOG</a:t>
            </a:r>
          </a:p>
        </p:txBody>
      </p:sp>
      <p:sp>
        <p:nvSpPr>
          <p:cNvPr id="17" name="Vague 16">
            <a:extLst>
              <a:ext uri="{FF2B5EF4-FFF2-40B4-BE49-F238E27FC236}">
                <a16:creationId xmlns:a16="http://schemas.microsoft.com/office/drawing/2014/main" id="{284D0DD4-E2E6-42AF-87EB-3D40D5783267}"/>
              </a:ext>
            </a:extLst>
          </p:cNvPr>
          <p:cNvSpPr/>
          <p:nvPr/>
        </p:nvSpPr>
        <p:spPr>
          <a:xfrm>
            <a:off x="226097" y="5137071"/>
            <a:ext cx="1024698" cy="562383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RECO</a:t>
            </a:r>
          </a:p>
        </p:txBody>
      </p:sp>
      <p:sp>
        <p:nvSpPr>
          <p:cNvPr id="18" name="Vague 17">
            <a:extLst>
              <a:ext uri="{FF2B5EF4-FFF2-40B4-BE49-F238E27FC236}">
                <a16:creationId xmlns:a16="http://schemas.microsoft.com/office/drawing/2014/main" id="{21BA8BD6-1D7E-407A-AD94-BD312369E359}"/>
              </a:ext>
            </a:extLst>
          </p:cNvPr>
          <p:cNvSpPr/>
          <p:nvPr/>
        </p:nvSpPr>
        <p:spPr>
          <a:xfrm>
            <a:off x="4528216" y="2994789"/>
            <a:ext cx="1024698" cy="562383"/>
          </a:xfrm>
          <a:prstGeom prst="wav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LOG</a:t>
            </a:r>
          </a:p>
        </p:txBody>
      </p:sp>
      <p:sp>
        <p:nvSpPr>
          <p:cNvPr id="20" name="Vague 19">
            <a:extLst>
              <a:ext uri="{FF2B5EF4-FFF2-40B4-BE49-F238E27FC236}">
                <a16:creationId xmlns:a16="http://schemas.microsoft.com/office/drawing/2014/main" id="{C69BEB6D-1175-43D0-8853-05992214E645}"/>
              </a:ext>
            </a:extLst>
          </p:cNvPr>
          <p:cNvSpPr/>
          <p:nvPr/>
        </p:nvSpPr>
        <p:spPr>
          <a:xfrm>
            <a:off x="3338404" y="3399069"/>
            <a:ext cx="1024698" cy="562383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PROTEC</a:t>
            </a:r>
          </a:p>
        </p:txBody>
      </p:sp>
      <p:sp>
        <p:nvSpPr>
          <p:cNvPr id="23" name="Vague 22">
            <a:extLst>
              <a:ext uri="{FF2B5EF4-FFF2-40B4-BE49-F238E27FC236}">
                <a16:creationId xmlns:a16="http://schemas.microsoft.com/office/drawing/2014/main" id="{F7AD24DF-2484-4186-BDD5-863AC738FB68}"/>
              </a:ext>
            </a:extLst>
          </p:cNvPr>
          <p:cNvSpPr/>
          <p:nvPr/>
        </p:nvSpPr>
        <p:spPr>
          <a:xfrm>
            <a:off x="8791404" y="1189854"/>
            <a:ext cx="1024698" cy="562383"/>
          </a:xfrm>
          <a:prstGeom prst="wav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LOG</a:t>
            </a:r>
          </a:p>
        </p:txBody>
      </p:sp>
      <p:sp>
        <p:nvSpPr>
          <p:cNvPr id="24" name="Vague 23">
            <a:extLst>
              <a:ext uri="{FF2B5EF4-FFF2-40B4-BE49-F238E27FC236}">
                <a16:creationId xmlns:a16="http://schemas.microsoft.com/office/drawing/2014/main" id="{87D073EF-59DF-47C4-A924-1F824EA9D0A2}"/>
              </a:ext>
            </a:extLst>
          </p:cNvPr>
          <p:cNvSpPr/>
          <p:nvPr/>
        </p:nvSpPr>
        <p:spPr>
          <a:xfrm>
            <a:off x="7714078" y="1624646"/>
            <a:ext cx="1024698" cy="562383"/>
          </a:xfrm>
          <a:prstGeom prst="wav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LOG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71D8CEA5-F388-46C9-B11C-684C1B63B2E2}"/>
              </a:ext>
            </a:extLst>
          </p:cNvPr>
          <p:cNvCxnSpPr/>
          <p:nvPr/>
        </p:nvCxnSpPr>
        <p:spPr>
          <a:xfrm flipV="1">
            <a:off x="1425388" y="4624259"/>
            <a:ext cx="2147930" cy="11759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5474EB78-16C8-4350-AEF3-55EA24EF27CC}"/>
              </a:ext>
            </a:extLst>
          </p:cNvPr>
          <p:cNvSpPr txBox="1"/>
          <p:nvPr/>
        </p:nvSpPr>
        <p:spPr>
          <a:xfrm>
            <a:off x="2201016" y="5330122"/>
            <a:ext cx="1317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 à 5 km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752B825-8C45-4081-933D-CA3CC0A8F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842" y="3463019"/>
            <a:ext cx="642333" cy="60941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D75F2BB-B520-4BF1-B827-1DCA20271509}"/>
              </a:ext>
            </a:extLst>
          </p:cNvPr>
          <p:cNvSpPr txBox="1"/>
          <p:nvPr/>
        </p:nvSpPr>
        <p:spPr>
          <a:xfrm>
            <a:off x="9723817" y="3557172"/>
            <a:ext cx="165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VBL RECO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1AD5A95-EDD6-42EB-AC2D-02D10FBAC228}"/>
              </a:ext>
            </a:extLst>
          </p:cNvPr>
          <p:cNvSpPr txBox="1"/>
          <p:nvPr/>
        </p:nvSpPr>
        <p:spPr>
          <a:xfrm>
            <a:off x="9816102" y="4388592"/>
            <a:ext cx="165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GRIFFON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E6CF7A9-20A8-40EC-AB89-0B8CF9E61161}"/>
              </a:ext>
            </a:extLst>
          </p:cNvPr>
          <p:cNvSpPr txBox="1"/>
          <p:nvPr/>
        </p:nvSpPr>
        <p:spPr>
          <a:xfrm>
            <a:off x="9915443" y="5368368"/>
            <a:ext cx="165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VBL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6EAF40D-C475-4C5B-9E96-452CF7BAF37B}"/>
              </a:ext>
            </a:extLst>
          </p:cNvPr>
          <p:cNvSpPr txBox="1"/>
          <p:nvPr/>
        </p:nvSpPr>
        <p:spPr>
          <a:xfrm>
            <a:off x="9915443" y="6226544"/>
            <a:ext cx="165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PPLOG</a:t>
            </a:r>
          </a:p>
        </p:txBody>
      </p:sp>
    </p:spTree>
    <p:extLst>
      <p:ext uri="{BB962C8B-B14F-4D97-AF65-F5344CB8AC3E}">
        <p14:creationId xmlns:p14="http://schemas.microsoft.com/office/powerpoint/2010/main" val="72435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F78D345-1B8B-4544-9662-B83B5EE9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 de briefing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63BD4CA-FBA2-485F-ADAA-0DEF1D00E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81" y="1004046"/>
            <a:ext cx="3992034" cy="412376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84613D4-4B77-4302-AEF2-7367B7FA3C46}"/>
              </a:ext>
            </a:extLst>
          </p:cNvPr>
          <p:cNvSpPr txBox="1"/>
          <p:nvPr/>
        </p:nvSpPr>
        <p:spPr>
          <a:xfrm>
            <a:off x="4294094" y="794238"/>
            <a:ext cx="41687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Une carte tactique à jour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Une planche PPT pour chaque thème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 point de la situation AMI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 point de la situation ENI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Une analyse de la situation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Exemple :</a:t>
            </a:r>
          </a:p>
        </p:txBody>
      </p:sp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FDA001BC-A6B0-48B3-8572-BCEE97E674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254935"/>
              </p:ext>
            </p:extLst>
          </p:nvPr>
        </p:nvGraphicFramePr>
        <p:xfrm>
          <a:off x="4751293" y="3102562"/>
          <a:ext cx="6260353" cy="3484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11415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_ETN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_ETNC" id="{ACFDA582-C6C7-47DA-A83E-A74EB8624D6E}" vid="{F5536E2B-BF28-4425-B075-613B953EBB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Thème_ETNC</Template>
  <TotalTime>65</TotalTime>
  <Words>138</Words>
  <Application>Microsoft Office PowerPoint</Application>
  <PresentationFormat>Grand écran</PresentationFormat>
  <Paragraphs>32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Calibri</vt:lpstr>
      <vt:lpstr>Thème_ETNC</vt:lpstr>
      <vt:lpstr>Présentation PowerPoint</vt:lpstr>
      <vt:lpstr>Modèle de briefing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Thiébaut HENRIET</dc:creator>
  <cp:lastModifiedBy>Thiébaut HENRIET</cp:lastModifiedBy>
  <cp:revision>7</cp:revision>
  <dcterms:created xsi:type="dcterms:W3CDTF">2025-12-09T15:56:00Z</dcterms:created>
  <dcterms:modified xsi:type="dcterms:W3CDTF">2025-12-16T13:33:49Z</dcterms:modified>
</cp:coreProperties>
</file>